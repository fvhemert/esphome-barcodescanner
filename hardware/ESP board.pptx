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7DC3-4A3D-18FE-AAD0-B2E4E2D4F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6C6A9-E1B8-515D-D894-A4AAFB729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5DCC-B05B-C6DC-17E0-73FD51D0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69BE-843E-2221-C365-6651796A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A4B73-DB58-3F4C-3B2F-432607D1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114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F2AD-F49C-AAE6-E8DF-0483F937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06403-5D7D-6219-D3ED-2976EA1B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A48FE-3F89-B86F-0B24-2C1B0A3B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2FCE5-65CF-7291-623D-803325F1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1459C-D6F3-6B1A-AA3E-EEEE7DCA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363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FF76-D08D-91E7-AC82-E3D73F59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E32E-7F30-6D11-548D-1B5ADD9D9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23B6-1519-DFD2-AB58-D6BB8C87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04F77-5D75-B09E-112C-2BBC2807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FE6AD-3B24-4B64-B938-474B7412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224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1941D-DB4A-2F10-7132-C81F3B54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B239-96E4-E849-FAC5-DC8BB8C2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D02AE-C771-73F8-1679-0DA97E88A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64C3A-5CE2-7E89-1073-1315F302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E4555-1A3D-5831-81E0-72650AFF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2C06-04EC-26F3-F628-2709A317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964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945E-4B51-ECB6-8A84-5858CCF1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D9D37-E0AC-856A-9635-B87C9562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2BE43-AB1A-0DD2-ADAD-F14C0F5AC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45555-65BB-C07A-23D2-3041A88B9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570FA-75F0-B844-2586-7E5C0A7E9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8CB7D-8955-747D-6C86-9D9C52DC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78C6E-9214-D340-3683-5DE5D3F2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05792-A1A7-B1AB-21B7-084B828D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232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A2B8-EA3D-840D-F13F-5EC55548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66B6D-4EDC-B7F7-2A42-525EF638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C35C7-7EBE-02D2-1054-2E0B7F59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88498-5C56-94C5-65DC-55C37A03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431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5B569-E353-02FE-93D6-2825DDB4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40CB9-4EE4-64A4-AA6C-56F82490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34564-7657-68DA-1DEE-5E83E7E7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360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3227-0B93-C478-E600-C438A3FB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5C6E-44BB-30CD-925E-155E6AA15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4C2E9-91B6-C088-B2AA-4CE0FCC6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59BE2-0A63-4127-11C9-35CB37F4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BB04C-CD6A-DA61-68DA-E15C75AB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10E2-5D2E-8F22-36B8-A5697749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052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1AE8-F64C-FA49-0E95-6D5D56D6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76B0E-5A60-5A0B-98D7-016DE3296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FCD11-7411-81AF-679B-CF07C5D81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B75A7-BEB8-0B95-2FB3-5A4A31B9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2D70F-C1A6-FEA9-8D45-D870AB63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FDA5B-F562-4E10-A0A4-CCEC2ED4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706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6E28-9461-EC3A-F950-AAE7D192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CC4FB-706A-1A08-2D04-1B4254FC2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0295-F38F-46E6-E1E9-54C4096A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BD5-B600-87D2-EC2D-E9F3BF79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DFD44-06B6-419B-6FCC-30C64651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717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9028F-81D9-DCA5-FDA3-7627C2676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84615-AF02-15C8-A129-1A4127765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6909A-B019-F4F8-272D-6FDDB895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56044-1E67-18AC-A922-169D17A3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B1B3-8BEE-AB72-2A71-5309C584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291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E1721-87FB-190B-1884-ED34323F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8EAC-E351-182F-326A-82D435B0A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6B68-357C-8630-1D7A-4D5D9F5DD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0823D-918F-4D48-B51A-CCB65416EC21}" type="datetimeFigureOut">
              <a:rPr lang="LID4096" smtClean="0"/>
              <a:t>02/13/2025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D0D9E-92D3-2C59-88E0-4F6901A23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479C4-DBC1-A457-ED7C-A1B3CC23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929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2D27118F-DBEA-DC83-FDEA-66D387A54F6E}"/>
              </a:ext>
            </a:extLst>
          </p:cNvPr>
          <p:cNvSpPr/>
          <p:nvPr/>
        </p:nvSpPr>
        <p:spPr>
          <a:xfrm flipH="1">
            <a:off x="2686068" y="336368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GPIO14</a:t>
            </a:r>
            <a:endParaRPr lang="LID4096" sz="1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F3FC7D-A36E-3F93-4B1E-B329EB4BF899}"/>
              </a:ext>
            </a:extLst>
          </p:cNvPr>
          <p:cNvSpPr/>
          <p:nvPr/>
        </p:nvSpPr>
        <p:spPr>
          <a:xfrm flipH="1">
            <a:off x="2686068" y="368466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F78248-5C3B-5F0D-569D-524E20B3272F}"/>
              </a:ext>
            </a:extLst>
          </p:cNvPr>
          <p:cNvCxnSpPr>
            <a:cxnSpLocks/>
            <a:stCxn id="67" idx="1"/>
          </p:cNvCxnSpPr>
          <p:nvPr/>
        </p:nvCxnSpPr>
        <p:spPr>
          <a:xfrm>
            <a:off x="4041113" y="351063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519A71B-6163-3DB9-C4EC-E021B872F409}"/>
              </a:ext>
            </a:extLst>
          </p:cNvPr>
          <p:cNvCxnSpPr>
            <a:cxnSpLocks/>
            <a:stCxn id="68" idx="1"/>
          </p:cNvCxnSpPr>
          <p:nvPr/>
        </p:nvCxnSpPr>
        <p:spPr>
          <a:xfrm>
            <a:off x="4041113" y="383161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4028A7F-9ECC-980B-4AE4-D6DDC4F8975C}"/>
              </a:ext>
            </a:extLst>
          </p:cNvPr>
          <p:cNvCxnSpPr>
            <a:cxnSpLocks/>
          </p:cNvCxnSpPr>
          <p:nvPr/>
        </p:nvCxnSpPr>
        <p:spPr>
          <a:xfrm>
            <a:off x="4041113" y="415259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C86A9FB-69BA-856A-D900-C8C8AB76E3A8}"/>
              </a:ext>
            </a:extLst>
          </p:cNvPr>
          <p:cNvCxnSpPr>
            <a:cxnSpLocks/>
          </p:cNvCxnSpPr>
          <p:nvPr/>
        </p:nvCxnSpPr>
        <p:spPr>
          <a:xfrm>
            <a:off x="4041113" y="447357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DEE0C84-7B18-04D9-9AF8-9219E5FE7680}"/>
              </a:ext>
            </a:extLst>
          </p:cNvPr>
          <p:cNvSpPr/>
          <p:nvPr/>
        </p:nvSpPr>
        <p:spPr>
          <a:xfrm flipH="1">
            <a:off x="2686068" y="5591178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B28EF18-CE56-4095-55BB-99BC9651E9A3}"/>
              </a:ext>
            </a:extLst>
          </p:cNvPr>
          <p:cNvSpPr/>
          <p:nvPr/>
        </p:nvSpPr>
        <p:spPr>
          <a:xfrm flipH="1">
            <a:off x="2686068" y="5912157"/>
            <a:ext cx="1355045" cy="293914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5V</a:t>
            </a:r>
            <a:endParaRPr lang="LID4096" sz="1600" b="1" dirty="0">
              <a:solidFill>
                <a:schemeClr val="tx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190B43-8163-AEEB-5818-9540A9D13A78}"/>
              </a:ext>
            </a:extLst>
          </p:cNvPr>
          <p:cNvCxnSpPr>
            <a:cxnSpLocks/>
          </p:cNvCxnSpPr>
          <p:nvPr/>
        </p:nvCxnSpPr>
        <p:spPr>
          <a:xfrm>
            <a:off x="4041113" y="509617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770D3B9-63CC-D846-DC95-B4B50164E4F5}"/>
              </a:ext>
            </a:extLst>
          </p:cNvPr>
          <p:cNvCxnSpPr>
            <a:cxnSpLocks/>
          </p:cNvCxnSpPr>
          <p:nvPr/>
        </p:nvCxnSpPr>
        <p:spPr>
          <a:xfrm>
            <a:off x="4041113" y="541715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7322331-3308-77A7-19B3-5478B108050D}"/>
              </a:ext>
            </a:extLst>
          </p:cNvPr>
          <p:cNvCxnSpPr>
            <a:cxnSpLocks/>
            <a:stCxn id="77" idx="1"/>
          </p:cNvCxnSpPr>
          <p:nvPr/>
        </p:nvCxnSpPr>
        <p:spPr>
          <a:xfrm>
            <a:off x="4041113" y="573813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81EBC15-F635-1E93-0882-C0088EBC4309}"/>
              </a:ext>
            </a:extLst>
          </p:cNvPr>
          <p:cNvCxnSpPr>
            <a:cxnSpLocks/>
            <a:stCxn id="78" idx="1"/>
          </p:cNvCxnSpPr>
          <p:nvPr/>
        </p:nvCxnSpPr>
        <p:spPr>
          <a:xfrm>
            <a:off x="4041113" y="605911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05F2665B-EFEE-BDAF-F7B0-357AE0E5F954}"/>
              </a:ext>
            </a:extLst>
          </p:cNvPr>
          <p:cNvSpPr/>
          <p:nvPr/>
        </p:nvSpPr>
        <p:spPr>
          <a:xfrm flipH="1">
            <a:off x="2241004" y="336368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Buzzer</a:t>
            </a:r>
            <a:endParaRPr lang="LID4096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7CD4D6F-70EC-7FF0-8FEB-3E411245C0E2}"/>
              </a:ext>
            </a:extLst>
          </p:cNvPr>
          <p:cNvSpPr/>
          <p:nvPr/>
        </p:nvSpPr>
        <p:spPr>
          <a:xfrm flipH="1">
            <a:off x="2241004" y="494922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Power</a:t>
            </a:r>
            <a:endParaRPr lang="LID4096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69546D-9666-4585-C763-2A0BF241EF15}"/>
              </a:ext>
            </a:extLst>
          </p:cNvPr>
          <p:cNvSpPr/>
          <p:nvPr/>
        </p:nvSpPr>
        <p:spPr>
          <a:xfrm rot="16200000">
            <a:off x="4144240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7BA862-D449-4870-253D-1E22E1C513C6}"/>
              </a:ext>
            </a:extLst>
          </p:cNvPr>
          <p:cNvSpPr/>
          <p:nvPr/>
        </p:nvSpPr>
        <p:spPr>
          <a:xfrm rot="16200000">
            <a:off x="4465218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GPIO01</a:t>
            </a:r>
            <a:endParaRPr lang="LID4096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CD1D1EE-6F0B-8C65-44E0-D2255463A448}"/>
              </a:ext>
            </a:extLst>
          </p:cNvPr>
          <p:cNvSpPr/>
          <p:nvPr/>
        </p:nvSpPr>
        <p:spPr>
          <a:xfrm rot="16200000">
            <a:off x="4786196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BED487-19B8-D19E-7483-EAD7EA683400}"/>
              </a:ext>
            </a:extLst>
          </p:cNvPr>
          <p:cNvSpPr/>
          <p:nvPr/>
        </p:nvSpPr>
        <p:spPr>
          <a:xfrm rot="16200000">
            <a:off x="5107175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GPIO05</a:t>
            </a:r>
            <a:endParaRPr lang="LID4096" sz="16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664304-32CB-481B-5AA0-A90CABE026CF}"/>
              </a:ext>
            </a:extLst>
          </p:cNvPr>
          <p:cNvCxnSpPr>
            <a:cxnSpLocks/>
            <a:stCxn id="48" idx="1"/>
          </p:cNvCxnSpPr>
          <p:nvPr/>
        </p:nvCxnSpPr>
        <p:spPr>
          <a:xfrm rot="16200000" flipH="1">
            <a:off x="4548206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0FCE69C-2D22-4FAF-4DBA-B856C48E2E3C}"/>
              </a:ext>
            </a:extLst>
          </p:cNvPr>
          <p:cNvCxnSpPr>
            <a:cxnSpLocks/>
            <a:stCxn id="49" idx="1"/>
          </p:cNvCxnSpPr>
          <p:nvPr/>
        </p:nvCxnSpPr>
        <p:spPr>
          <a:xfrm rot="16200000" flipH="1">
            <a:off x="4869184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3FDAF1-AF2D-C413-E893-66182136714B}"/>
              </a:ext>
            </a:extLst>
          </p:cNvPr>
          <p:cNvCxnSpPr>
            <a:cxnSpLocks/>
            <a:stCxn id="50" idx="1"/>
          </p:cNvCxnSpPr>
          <p:nvPr/>
        </p:nvCxnSpPr>
        <p:spPr>
          <a:xfrm rot="16200000" flipH="1">
            <a:off x="5190162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802F9DC-9ABC-A7FD-F68C-DA912598E9CB}"/>
              </a:ext>
            </a:extLst>
          </p:cNvPr>
          <p:cNvCxnSpPr>
            <a:cxnSpLocks/>
            <a:stCxn id="51" idx="1"/>
          </p:cNvCxnSpPr>
          <p:nvPr/>
        </p:nvCxnSpPr>
        <p:spPr>
          <a:xfrm rot="16200000" flipH="1">
            <a:off x="5511141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CCDE5C5-1A48-9449-ADD3-69CCAA3E8028}"/>
              </a:ext>
            </a:extLst>
          </p:cNvPr>
          <p:cNvSpPr/>
          <p:nvPr/>
        </p:nvSpPr>
        <p:spPr>
          <a:xfrm rot="16200000">
            <a:off x="5729780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4E08AD-2D46-9F18-5430-E47F04993352}"/>
              </a:ext>
            </a:extLst>
          </p:cNvPr>
          <p:cNvSpPr/>
          <p:nvPr/>
        </p:nvSpPr>
        <p:spPr>
          <a:xfrm rot="16200000">
            <a:off x="6050758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GPIO03</a:t>
            </a:r>
            <a:endParaRPr lang="LID4096" sz="1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51636A5-0A3E-D3D5-8C5E-2412B786D510}"/>
              </a:ext>
            </a:extLst>
          </p:cNvPr>
          <p:cNvSpPr/>
          <p:nvPr/>
        </p:nvSpPr>
        <p:spPr>
          <a:xfrm rot="16200000">
            <a:off x="6371736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CE008B7-0FFC-D05E-8F8B-0C1F848AF1AD}"/>
              </a:ext>
            </a:extLst>
          </p:cNvPr>
          <p:cNvSpPr/>
          <p:nvPr/>
        </p:nvSpPr>
        <p:spPr>
          <a:xfrm rot="16200000">
            <a:off x="6692715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GPIO16</a:t>
            </a:r>
            <a:endParaRPr lang="LID4096" sz="16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7F87961-4312-F4EE-7624-82DB93B549DA}"/>
              </a:ext>
            </a:extLst>
          </p:cNvPr>
          <p:cNvCxnSpPr>
            <a:cxnSpLocks/>
            <a:stCxn id="56" idx="1"/>
          </p:cNvCxnSpPr>
          <p:nvPr/>
        </p:nvCxnSpPr>
        <p:spPr>
          <a:xfrm rot="16200000" flipH="1">
            <a:off x="6133746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2CA901-F000-0845-89EF-E8C8B1A598C5}"/>
              </a:ext>
            </a:extLst>
          </p:cNvPr>
          <p:cNvCxnSpPr>
            <a:cxnSpLocks/>
            <a:stCxn id="57" idx="1"/>
          </p:cNvCxnSpPr>
          <p:nvPr/>
        </p:nvCxnSpPr>
        <p:spPr>
          <a:xfrm rot="16200000" flipH="1">
            <a:off x="6454724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36CF9F8-F8C1-9490-D196-3D855135E8BB}"/>
              </a:ext>
            </a:extLst>
          </p:cNvPr>
          <p:cNvCxnSpPr>
            <a:cxnSpLocks/>
            <a:stCxn id="58" idx="1"/>
          </p:cNvCxnSpPr>
          <p:nvPr/>
        </p:nvCxnSpPr>
        <p:spPr>
          <a:xfrm rot="16200000" flipH="1">
            <a:off x="6775702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F1389ED-AF74-5B6C-A936-C6B6EBDC2BE1}"/>
              </a:ext>
            </a:extLst>
          </p:cNvPr>
          <p:cNvCxnSpPr>
            <a:cxnSpLocks/>
            <a:stCxn id="59" idx="1"/>
          </p:cNvCxnSpPr>
          <p:nvPr/>
        </p:nvCxnSpPr>
        <p:spPr>
          <a:xfrm rot="16200000" flipH="1">
            <a:off x="7096681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B744F50-9D23-B2F5-F8F4-85FF50C733A8}"/>
              </a:ext>
            </a:extLst>
          </p:cNvPr>
          <p:cNvSpPr/>
          <p:nvPr/>
        </p:nvSpPr>
        <p:spPr>
          <a:xfrm rot="16200000">
            <a:off x="5107288" y="-50351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dirty="0"/>
              <a:t>Button Left</a:t>
            </a:r>
            <a:endParaRPr lang="LID4096" sz="1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F33594-41E2-5C0F-5ABF-05157205D000}"/>
              </a:ext>
            </a:extLst>
          </p:cNvPr>
          <p:cNvSpPr/>
          <p:nvPr/>
        </p:nvSpPr>
        <p:spPr>
          <a:xfrm rot="16200000">
            <a:off x="6692828" y="-50351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dirty="0"/>
              <a:t>Button Right</a:t>
            </a:r>
            <a:endParaRPr lang="LID4096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A2196-3A7A-938B-57ED-D542B71C01CC}"/>
              </a:ext>
            </a:extLst>
          </p:cNvPr>
          <p:cNvSpPr/>
          <p:nvPr/>
        </p:nvSpPr>
        <p:spPr>
          <a:xfrm>
            <a:off x="8299113" y="336368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GPIO04</a:t>
            </a:r>
            <a:endParaRPr lang="LID4096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5E01A-ADFF-360F-DD68-CF778D580B34}"/>
              </a:ext>
            </a:extLst>
          </p:cNvPr>
          <p:cNvSpPr/>
          <p:nvPr/>
        </p:nvSpPr>
        <p:spPr>
          <a:xfrm>
            <a:off x="8299113" y="368466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GPIO00</a:t>
            </a:r>
            <a:endParaRPr lang="LID4096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378FE-C738-44BE-5BA3-D186E63D9F3D}"/>
              </a:ext>
            </a:extLst>
          </p:cNvPr>
          <p:cNvSpPr/>
          <p:nvPr/>
        </p:nvSpPr>
        <p:spPr>
          <a:xfrm>
            <a:off x="8299113" y="4005638"/>
            <a:ext cx="1355045" cy="2939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3v3</a:t>
            </a:r>
            <a:endParaRPr lang="LID4096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A816A-366C-91FF-6B98-F8C3CA85E050}"/>
              </a:ext>
            </a:extLst>
          </p:cNvPr>
          <p:cNvSpPr/>
          <p:nvPr/>
        </p:nvSpPr>
        <p:spPr>
          <a:xfrm>
            <a:off x="8299113" y="4326617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60EF08-7926-4054-20C2-278DDEBD9F5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752000" y="351063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1856CC-5405-E434-A4B4-85F223EF5E3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752000" y="383161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681C9A-CBD9-41FC-61C7-E41FB6EF084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752000" y="415259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062187-5EDC-1E15-2148-09747A4BA71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752000" y="447357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173B7-7166-B5A5-875B-A642D70C0241}"/>
              </a:ext>
            </a:extLst>
          </p:cNvPr>
          <p:cNvSpPr/>
          <p:nvPr/>
        </p:nvSpPr>
        <p:spPr>
          <a:xfrm>
            <a:off x="8299113" y="494922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GPIO13</a:t>
            </a:r>
            <a:endParaRPr lang="LID4096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5FC61D-B790-3211-DC9A-0FBAB6EEFC6C}"/>
              </a:ext>
            </a:extLst>
          </p:cNvPr>
          <p:cNvSpPr/>
          <p:nvPr/>
        </p:nvSpPr>
        <p:spPr>
          <a:xfrm>
            <a:off x="8299113" y="527020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GPIO15</a:t>
            </a:r>
            <a:endParaRPr lang="LID4096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96720-35DF-3698-7DC0-5BF4B8C91AEA}"/>
              </a:ext>
            </a:extLst>
          </p:cNvPr>
          <p:cNvSpPr/>
          <p:nvPr/>
        </p:nvSpPr>
        <p:spPr>
          <a:xfrm>
            <a:off x="8299113" y="5591178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BCE799-7102-AAC9-1817-42912DB7B783}"/>
              </a:ext>
            </a:extLst>
          </p:cNvPr>
          <p:cNvSpPr/>
          <p:nvPr/>
        </p:nvSpPr>
        <p:spPr>
          <a:xfrm>
            <a:off x="8299113" y="5912157"/>
            <a:ext cx="1355045" cy="2939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3v3</a:t>
            </a:r>
            <a:endParaRPr lang="LID4096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A481D3-5A4B-B190-4CFC-293F34E95944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52000" y="509617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ECF961-BA46-3ED0-674F-C05B3CFA1B1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752000" y="541715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2D7A54-BB4B-156C-A12B-CDF8673697F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752000" y="573813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1CD292-DE3B-9C97-0867-C8F30672C76C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752000" y="605911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ircuit board with blue and silver connectors&#10;&#10;AI-generated content may be incorrect.">
            <a:extLst>
              <a:ext uri="{FF2B5EF4-FFF2-40B4-BE49-F238E27FC236}">
                <a16:creationId xmlns:a16="http://schemas.microsoft.com/office/drawing/2014/main" id="{B8D882F0-8CA0-676B-05F6-A1D9E6DE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7" t="14535" r="16789" b="21073"/>
          <a:stretch/>
        </p:blipFill>
        <p:spPr>
          <a:xfrm rot="5400000">
            <a:off x="3990000" y="2964531"/>
            <a:ext cx="4212000" cy="3312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501346C-C4D2-1AB8-7F6E-73969EE9987B}"/>
              </a:ext>
            </a:extLst>
          </p:cNvPr>
          <p:cNvSpPr/>
          <p:nvPr/>
        </p:nvSpPr>
        <p:spPr>
          <a:xfrm>
            <a:off x="9707337" y="336368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I2C Display</a:t>
            </a:r>
            <a:endParaRPr lang="LID4096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DF7629-0001-6DCC-C0D4-DE0B22A84001}"/>
              </a:ext>
            </a:extLst>
          </p:cNvPr>
          <p:cNvSpPr/>
          <p:nvPr/>
        </p:nvSpPr>
        <p:spPr>
          <a:xfrm>
            <a:off x="9707337" y="494922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Scanner</a:t>
            </a:r>
            <a:endParaRPr lang="LID4096" sz="1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C724854-1A90-B3F6-81F0-E4ADA19283F9}"/>
              </a:ext>
            </a:extLst>
          </p:cNvPr>
          <p:cNvSpPr/>
          <p:nvPr/>
        </p:nvSpPr>
        <p:spPr>
          <a:xfrm>
            <a:off x="6260345" y="126880"/>
            <a:ext cx="614893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</a:t>
            </a:r>
            <a:endParaRPr lang="LID4096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2070D9B-6F06-CD51-A1DF-CBA49EC4313B}"/>
              </a:ext>
            </a:extLst>
          </p:cNvPr>
          <p:cNvSpPr/>
          <p:nvPr/>
        </p:nvSpPr>
        <p:spPr>
          <a:xfrm>
            <a:off x="10152401" y="3363682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sda</a:t>
            </a:r>
            <a:endParaRPr lang="LID4096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084F783-8FAB-2466-1CB1-B8397E7C801A}"/>
              </a:ext>
            </a:extLst>
          </p:cNvPr>
          <p:cNvSpPr/>
          <p:nvPr/>
        </p:nvSpPr>
        <p:spPr>
          <a:xfrm>
            <a:off x="4677060" y="126880"/>
            <a:ext cx="614893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</a:t>
            </a:r>
            <a:endParaRPr lang="LID4096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9D9CFD-4FE2-5299-6686-0136239E3B4A}"/>
              </a:ext>
            </a:extLst>
          </p:cNvPr>
          <p:cNvSpPr/>
          <p:nvPr/>
        </p:nvSpPr>
        <p:spPr>
          <a:xfrm>
            <a:off x="5319017" y="126880"/>
            <a:ext cx="614894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  <a:endParaRPr lang="LID4096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69FCF02-EA31-2668-FE02-8C1A18CE76AC}"/>
              </a:ext>
            </a:extLst>
          </p:cNvPr>
          <p:cNvSpPr/>
          <p:nvPr/>
        </p:nvSpPr>
        <p:spPr>
          <a:xfrm>
            <a:off x="10152401" y="3706352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scl</a:t>
            </a:r>
            <a:endParaRPr lang="LID4096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B4316E-1F80-9D41-2F48-D2A8790C9C1F}"/>
              </a:ext>
            </a:extLst>
          </p:cNvPr>
          <p:cNvSpPr/>
          <p:nvPr/>
        </p:nvSpPr>
        <p:spPr>
          <a:xfrm>
            <a:off x="10152401" y="4962525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Rx</a:t>
            </a:r>
            <a:endParaRPr lang="LID4096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37EB631-F636-E94C-B730-741D0D411C43}"/>
              </a:ext>
            </a:extLst>
          </p:cNvPr>
          <p:cNvSpPr/>
          <p:nvPr/>
        </p:nvSpPr>
        <p:spPr>
          <a:xfrm>
            <a:off x="10152401" y="5305195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7522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Francois van Hemert</dc:creator>
  <cp:lastModifiedBy>Francois van Hemert</cp:lastModifiedBy>
  <cp:revision>1</cp:revision>
  <dcterms:created xsi:type="dcterms:W3CDTF">2025-02-13T15:24:32Z</dcterms:created>
  <dcterms:modified xsi:type="dcterms:W3CDTF">2025-02-13T15:50:44Z</dcterms:modified>
</cp:coreProperties>
</file>