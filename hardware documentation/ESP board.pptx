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56" r:id="rId4"/>
    <p:sldId id="260" r:id="rId5"/>
    <p:sldId id="259" r:id="rId6"/>
  </p:sldIdLst>
  <p:sldSz cx="12192000" cy="6858000"/>
  <p:notesSz cx="6797675" cy="9928225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C1D2A2F-54E1-469D-A717-FD1A3F9CB454}">
          <p14:sldIdLst>
            <p14:sldId id="262"/>
            <p14:sldId id="261"/>
          </p14:sldIdLst>
        </p14:section>
        <p14:section name="GM60" id="{8B00341C-37DE-4040-8142-AEFFBDBE5533}">
          <p14:sldIdLst>
            <p14:sldId id="256"/>
            <p14:sldId id="260"/>
          </p14:sldIdLst>
        </p14:section>
        <p14:section name="GM67" id="{348C69AA-AF39-410A-BC2C-B133A98222FA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8" autoAdjust="0"/>
    <p:restoredTop sz="95632" autoAdjust="0"/>
  </p:normalViewPr>
  <p:slideViewPr>
    <p:cSldViewPr snapToGrid="0">
      <p:cViewPr varScale="1">
        <p:scale>
          <a:sx n="84" d="100"/>
          <a:sy n="84" d="100"/>
        </p:scale>
        <p:origin x="22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7DC3-4A3D-18FE-AAD0-B2E4E2D4F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6C6A9-E1B8-515D-D894-A4AAFB729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5DCC-B05B-C6DC-17E0-73FD51D0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69BE-843E-2221-C365-6651796A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A4B73-DB58-3F4C-3B2F-432607D1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114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F2AD-F49C-AAE6-E8DF-0483F937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06403-5D7D-6219-D3ED-2976EA1B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A48FE-3F89-B86F-0B24-2C1B0A3B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2FCE5-65CF-7291-623D-803325F1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1459C-D6F3-6B1A-AA3E-EEEE7DCA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363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FF76-D08D-91E7-AC82-E3D73F59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E32E-7F30-6D11-548D-1B5ADD9D9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23B6-1519-DFD2-AB58-D6BB8C87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04F77-5D75-B09E-112C-2BBC2807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FE6AD-3B24-4B64-B938-474B7412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224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1941D-DB4A-2F10-7132-C81F3B54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B239-96E4-E849-FAC5-DC8BB8C2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D02AE-C771-73F8-1679-0DA97E88A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64C3A-5CE2-7E89-1073-1315F302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E4555-1A3D-5831-81E0-72650AFF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2C06-04EC-26F3-F628-2709A317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964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945E-4B51-ECB6-8A84-5858CCF1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D9D37-E0AC-856A-9635-B87C9562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2BE43-AB1A-0DD2-ADAD-F14C0F5AC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45555-65BB-C07A-23D2-3041A88B9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570FA-75F0-B844-2586-7E5C0A7E9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88CB7D-8955-747D-6C86-9D9C52DCE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78C6E-9214-D340-3683-5DE5D3F2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05792-A1A7-B1AB-21B7-084B828D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232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A2B8-EA3D-840D-F13F-5EC55548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66B6D-4EDC-B7F7-2A42-525EF638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C35C7-7EBE-02D2-1054-2E0B7F59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88498-5C56-94C5-65DC-55C37A03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4312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5B569-E353-02FE-93D6-2825DDB4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40CB9-4EE4-64A4-AA6C-56F82490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34564-7657-68DA-1DEE-5E83E7E7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3601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3227-0B93-C478-E600-C438A3FB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5C6E-44BB-30CD-925E-155E6AA15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4C2E9-91B6-C088-B2AA-4CE0FCC6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59BE2-0A63-4127-11C9-35CB37F4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BB04C-CD6A-DA61-68DA-E15C75AB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10E2-5D2E-8F22-36B8-A5697749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052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1AE8-F64C-FA49-0E95-6D5D56D6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76B0E-5A60-5A0B-98D7-016DE3296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FCD11-7411-81AF-679B-CF07C5D81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B75A7-BEB8-0B95-2FB3-5A4A31B9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2D70F-C1A6-FEA9-8D45-D870AB63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FDA5B-F562-4E10-A0A4-CCEC2ED4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706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6E28-9461-EC3A-F950-AAE7D192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CC4FB-706A-1A08-2D04-1B4254FC2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0295-F38F-46E6-E1E9-54C4096A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BD5-B600-87D2-EC2D-E9F3BF79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DFD44-06B6-419B-6FCC-30C64651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1717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9028F-81D9-DCA5-FDA3-7627C2676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84615-AF02-15C8-A129-1A4127765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6909A-B019-F4F8-272D-6FDDB895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56044-1E67-18AC-A922-169D17A3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B1B3-8BEE-AB72-2A71-5309C584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291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E1721-87FB-190B-1884-ED34323F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D8EAC-E351-182F-326A-82D435B0A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C6B68-357C-8630-1D7A-4D5D9F5DD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0823D-918F-4D48-B51A-CCB65416EC21}" type="datetimeFigureOut">
              <a:rPr lang="LID4096" smtClean="0"/>
              <a:t>03/18/2025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D0D9E-92D3-2C59-88E0-4F6901A23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479C4-DBC1-A457-ED7C-A1B3CC23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3ABA9-F773-4E0A-8527-A425C1901A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929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973FABD6-E767-5E34-D9BD-C7C46F199B42}"/>
              </a:ext>
            </a:extLst>
          </p:cNvPr>
          <p:cNvGrpSpPr/>
          <p:nvPr/>
        </p:nvGrpSpPr>
        <p:grpSpPr>
          <a:xfrm>
            <a:off x="147250" y="2058178"/>
            <a:ext cx="11925245" cy="3635977"/>
            <a:chOff x="147250" y="953278"/>
            <a:chExt cx="11925245" cy="36359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3B7200-B9BF-55FD-8D4F-8F1760C9F789}"/>
                </a:ext>
              </a:extLst>
            </p:cNvPr>
            <p:cNvSpPr/>
            <p:nvPr/>
          </p:nvSpPr>
          <p:spPr>
            <a:xfrm>
              <a:off x="4161350" y="1037454"/>
              <a:ext cx="1395965" cy="34707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ESP8266</a:t>
              </a:r>
              <a:endParaRPr lang="LID4096" sz="1400" dirty="0"/>
            </a:p>
          </p:txBody>
        </p:sp>
        <p:pic>
          <p:nvPicPr>
            <p:cNvPr id="19" name="Graphic 18" descr="Toggle with solid fill">
              <a:extLst>
                <a:ext uri="{FF2B5EF4-FFF2-40B4-BE49-F238E27FC236}">
                  <a16:creationId xmlns:a16="http://schemas.microsoft.com/office/drawing/2014/main" id="{D9848FAD-E699-F86A-EEEC-99091F128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250" y="3833553"/>
              <a:ext cx="755703" cy="755702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968730-0F25-0CCD-31B1-2453BD1C3EE5}"/>
                </a:ext>
              </a:extLst>
            </p:cNvPr>
            <p:cNvSpPr/>
            <p:nvPr/>
          </p:nvSpPr>
          <p:spPr>
            <a:xfrm>
              <a:off x="1579837" y="3914580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Buttons</a:t>
              </a:r>
              <a:endParaRPr lang="LID4096" sz="14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4726315-86C2-C76E-825C-D8247327796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79" y="4211404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A05CE4-BAAA-C13B-DE26-A8844891C5BB}"/>
                </a:ext>
              </a:extLst>
            </p:cNvPr>
            <p:cNvCxnSpPr>
              <a:cxnSpLocks/>
            </p:cNvCxnSpPr>
            <p:nvPr/>
          </p:nvCxnSpPr>
          <p:spPr>
            <a:xfrm>
              <a:off x="3109600" y="4211404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D48CBC-F6FC-76AD-8DE3-3F78C89D0E72}"/>
                </a:ext>
              </a:extLst>
            </p:cNvPr>
            <p:cNvSpPr txBox="1"/>
            <p:nvPr/>
          </p:nvSpPr>
          <p:spPr>
            <a:xfrm>
              <a:off x="3100128" y="3901350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TTL</a:t>
              </a:r>
              <a:endParaRPr lang="LID4096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CD6849-1E9D-8553-45CF-3D1452DDBC6A}"/>
                </a:ext>
              </a:extLst>
            </p:cNvPr>
            <p:cNvSpPr/>
            <p:nvPr/>
          </p:nvSpPr>
          <p:spPr>
            <a:xfrm>
              <a:off x="6742863" y="1037454"/>
              <a:ext cx="1395965" cy="34707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Home Assistant</a:t>
              </a:r>
              <a:endParaRPr lang="LID4096" sz="1400" dirty="0"/>
            </a:p>
          </p:txBody>
        </p:sp>
        <p:pic>
          <p:nvPicPr>
            <p:cNvPr id="1026" name="Picture 2" descr="Instalacja Home Assistant na Raspberry pi z systemem Raspbian – BLOG ...">
              <a:extLst>
                <a:ext uri="{FF2B5EF4-FFF2-40B4-BE49-F238E27FC236}">
                  <a16:creationId xmlns:a16="http://schemas.microsoft.com/office/drawing/2014/main" id="{67E49D72-41A3-062D-EB46-987886B09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2335" y="1037454"/>
              <a:ext cx="765888" cy="765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26F4EC1-312A-91A0-6A06-C6CB10831B17}"/>
                </a:ext>
              </a:extLst>
            </p:cNvPr>
            <p:cNvCxnSpPr>
              <a:cxnSpLocks/>
            </p:cNvCxnSpPr>
            <p:nvPr/>
          </p:nvCxnSpPr>
          <p:spPr>
            <a:xfrm>
              <a:off x="5688820" y="2772841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63ED54F-BB5F-41D3-2D51-0FC67DF4E5B5}"/>
                </a:ext>
              </a:extLst>
            </p:cNvPr>
            <p:cNvSpPr txBox="1"/>
            <p:nvPr/>
          </p:nvSpPr>
          <p:spPr>
            <a:xfrm>
              <a:off x="5681641" y="239420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pPr algn="ctr"/>
              <a:r>
                <a:rPr lang="en-US" sz="1400" dirty="0"/>
                <a:t>ESPHOME </a:t>
              </a:r>
            </a:p>
            <a:p>
              <a:pPr algn="ctr"/>
              <a:r>
                <a:rPr lang="en-US" sz="1400" dirty="0"/>
                <a:t>API</a:t>
              </a:r>
              <a:endParaRPr lang="LID4096" sz="1400" dirty="0"/>
            </a:p>
          </p:txBody>
        </p:sp>
        <p:pic>
          <p:nvPicPr>
            <p:cNvPr id="4" name="Graphic 3" descr="Barcode with solid fill">
              <a:extLst>
                <a:ext uri="{FF2B5EF4-FFF2-40B4-BE49-F238E27FC236}">
                  <a16:creationId xmlns:a16="http://schemas.microsoft.com/office/drawing/2014/main" id="{E04AD8C3-A494-F8CB-594D-88E23356C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7250" y="953278"/>
              <a:ext cx="755703" cy="75570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4A7B3DA-3D6B-23F6-78AE-1B1392FE5108}"/>
                </a:ext>
              </a:extLst>
            </p:cNvPr>
            <p:cNvSpPr/>
            <p:nvPr/>
          </p:nvSpPr>
          <p:spPr>
            <a:xfrm>
              <a:off x="1579837" y="1034305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Barcode Scanner </a:t>
              </a:r>
              <a:endParaRPr lang="LID4096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6B394EE-22D2-8555-A284-CA7F61F415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79" y="1331129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C199175-19EE-BB47-4CA8-C00AD25706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9600" y="1331129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6D5280-8DDF-A190-14BE-137AD46F538E}"/>
                </a:ext>
              </a:extLst>
            </p:cNvPr>
            <p:cNvSpPr txBox="1"/>
            <p:nvPr/>
          </p:nvSpPr>
          <p:spPr>
            <a:xfrm>
              <a:off x="3100128" y="1021075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Serial TTL</a:t>
              </a:r>
              <a:endParaRPr lang="LID4096" sz="1400" dirty="0"/>
            </a:p>
          </p:txBody>
        </p:sp>
        <p:pic>
          <p:nvPicPr>
            <p:cNvPr id="43" name="Graphic 42" descr="Voice with solid fill">
              <a:extLst>
                <a:ext uri="{FF2B5EF4-FFF2-40B4-BE49-F238E27FC236}">
                  <a16:creationId xmlns:a16="http://schemas.microsoft.com/office/drawing/2014/main" id="{FEE97145-1E90-6ED1-FB03-AC37AC5A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316792" y="953278"/>
              <a:ext cx="755703" cy="755702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6E15167-A34B-B1E3-B48F-016F1199F296}"/>
                </a:ext>
              </a:extLst>
            </p:cNvPr>
            <p:cNvSpPr/>
            <p:nvPr/>
          </p:nvSpPr>
          <p:spPr>
            <a:xfrm>
              <a:off x="9231349" y="1034305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Voice Assistant</a:t>
              </a:r>
              <a:endParaRPr lang="LID4096" sz="14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BE904BB-5EF5-5667-9068-300C0DA193E6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270" y="1331129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6F32EA3-5FCE-132B-3B0A-55821451466E}"/>
                </a:ext>
              </a:extLst>
            </p:cNvPr>
            <p:cNvCxnSpPr>
              <a:cxnSpLocks/>
            </p:cNvCxnSpPr>
            <p:nvPr/>
          </p:nvCxnSpPr>
          <p:spPr>
            <a:xfrm>
              <a:off x="8246864" y="1331129"/>
              <a:ext cx="917952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03FC33-5639-2C7F-AA6E-9B3226F4BFB9}"/>
                </a:ext>
              </a:extLst>
            </p:cNvPr>
            <p:cNvSpPr txBox="1"/>
            <p:nvPr/>
          </p:nvSpPr>
          <p:spPr>
            <a:xfrm>
              <a:off x="8237392" y="1021075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TTS</a:t>
              </a:r>
              <a:endParaRPr lang="LID4096" sz="1400" dirty="0"/>
            </a:p>
          </p:txBody>
        </p:sp>
        <p:pic>
          <p:nvPicPr>
            <p:cNvPr id="10" name="Graphic 9" descr="Checklist with solid fill">
              <a:extLst>
                <a:ext uri="{FF2B5EF4-FFF2-40B4-BE49-F238E27FC236}">
                  <a16:creationId xmlns:a16="http://schemas.microsoft.com/office/drawing/2014/main" id="{D2255E5F-C455-D403-4925-7D3FD528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7250" y="1913370"/>
              <a:ext cx="755703" cy="75570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39C2C6-E5E2-E26C-B36D-EE6FB5F9DCD3}"/>
                </a:ext>
              </a:extLst>
            </p:cNvPr>
            <p:cNvSpPr/>
            <p:nvPr/>
          </p:nvSpPr>
          <p:spPr>
            <a:xfrm>
              <a:off x="1579837" y="1994397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Thermal Printer</a:t>
              </a:r>
              <a:endParaRPr lang="LID4096" sz="1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1152ECF-B3F9-56F8-DE57-86E7F3AB6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279" y="2291221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DBC7C7F-18B2-4A86-C903-56682993D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9600" y="2291221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43B821-C8F9-6E8E-4DA1-B416177191F0}"/>
                </a:ext>
              </a:extLst>
            </p:cNvPr>
            <p:cNvSpPr txBox="1"/>
            <p:nvPr/>
          </p:nvSpPr>
          <p:spPr>
            <a:xfrm>
              <a:off x="3100128" y="198116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Serial TTL</a:t>
              </a:r>
              <a:endParaRPr lang="LID4096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B7AB77F-8748-7958-A251-DA73803C7E79}"/>
                </a:ext>
              </a:extLst>
            </p:cNvPr>
            <p:cNvSpPr/>
            <p:nvPr/>
          </p:nvSpPr>
          <p:spPr>
            <a:xfrm>
              <a:off x="9231349" y="1994397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Mobile Phone</a:t>
              </a:r>
              <a:endParaRPr lang="LID4096" sz="14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3939378-E014-3BDB-2E11-21ED2666E7EE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270" y="2291221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706D272-27BA-DE5A-7EBE-E10011DD899D}"/>
                </a:ext>
              </a:extLst>
            </p:cNvPr>
            <p:cNvCxnSpPr>
              <a:cxnSpLocks/>
            </p:cNvCxnSpPr>
            <p:nvPr/>
          </p:nvCxnSpPr>
          <p:spPr>
            <a:xfrm>
              <a:off x="8246864" y="2291221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74CBD84-CF74-EA7C-7F50-B4634DC6E56E}"/>
                </a:ext>
              </a:extLst>
            </p:cNvPr>
            <p:cNvSpPr txBox="1"/>
            <p:nvPr/>
          </p:nvSpPr>
          <p:spPr>
            <a:xfrm>
              <a:off x="8237392" y="198116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HA Client</a:t>
              </a:r>
              <a:endParaRPr lang="LID4096" sz="1400" dirty="0"/>
            </a:p>
          </p:txBody>
        </p:sp>
        <p:pic>
          <p:nvPicPr>
            <p:cNvPr id="55" name="Graphic 54" descr="Smart Phone with solid fill">
              <a:extLst>
                <a:ext uri="{FF2B5EF4-FFF2-40B4-BE49-F238E27FC236}">
                  <a16:creationId xmlns:a16="http://schemas.microsoft.com/office/drawing/2014/main" id="{816C62E5-2897-D739-867D-4F8BD69D8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16792" y="1913370"/>
              <a:ext cx="755703" cy="755702"/>
            </a:xfrm>
            <a:prstGeom prst="rect">
              <a:avLst/>
            </a:prstGeom>
          </p:spPr>
        </p:pic>
        <p:pic>
          <p:nvPicPr>
            <p:cNvPr id="15" name="Graphic 14" descr="Chat bubble with solid fill">
              <a:extLst>
                <a:ext uri="{FF2B5EF4-FFF2-40B4-BE49-F238E27FC236}">
                  <a16:creationId xmlns:a16="http://schemas.microsoft.com/office/drawing/2014/main" id="{C0AB8858-54F8-751B-4F9D-5311729DB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47250" y="2873461"/>
              <a:ext cx="755703" cy="75570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0EE31D-229C-724E-C45E-DEC3EC1ECAC4}"/>
                </a:ext>
              </a:extLst>
            </p:cNvPr>
            <p:cNvSpPr/>
            <p:nvPr/>
          </p:nvSpPr>
          <p:spPr>
            <a:xfrm>
              <a:off x="1579837" y="2954488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Display</a:t>
              </a:r>
              <a:endParaRPr lang="LID4096" sz="14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8BCD26-9679-3221-6698-DD91121813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279" y="3251312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71ECCA8-FA1A-1756-DDC0-52D4049C4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9600" y="3251312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7F1123-4E3D-FCCF-3F8D-587BF204411F}"/>
                </a:ext>
              </a:extLst>
            </p:cNvPr>
            <p:cNvSpPr txBox="1"/>
            <p:nvPr/>
          </p:nvSpPr>
          <p:spPr>
            <a:xfrm>
              <a:off x="3100128" y="2941258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I2C</a:t>
              </a:r>
              <a:endParaRPr lang="LID4096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48D834-696B-08C3-C340-DEAA806FFFF5}"/>
                </a:ext>
              </a:extLst>
            </p:cNvPr>
            <p:cNvSpPr/>
            <p:nvPr/>
          </p:nvSpPr>
          <p:spPr>
            <a:xfrm>
              <a:off x="9280853" y="2954488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Touchscreen</a:t>
              </a:r>
              <a:endParaRPr lang="LID4096" sz="1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3B1B24F-09F3-EB7C-548D-1C0626848CF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2774" y="3251312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6F8CAAF-7B08-0C1A-6844-70131340E207}"/>
                </a:ext>
              </a:extLst>
            </p:cNvPr>
            <p:cNvCxnSpPr>
              <a:cxnSpLocks/>
            </p:cNvCxnSpPr>
            <p:nvPr/>
          </p:nvCxnSpPr>
          <p:spPr>
            <a:xfrm>
              <a:off x="8296368" y="3251312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663C1A5-C750-F666-4A96-5340742D8D82}"/>
                </a:ext>
              </a:extLst>
            </p:cNvPr>
            <p:cNvSpPr txBox="1"/>
            <p:nvPr/>
          </p:nvSpPr>
          <p:spPr>
            <a:xfrm>
              <a:off x="8286897" y="2941258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HA Client</a:t>
              </a:r>
              <a:endParaRPr lang="LID4096" sz="1400" dirty="0"/>
            </a:p>
          </p:txBody>
        </p:sp>
        <p:pic>
          <p:nvPicPr>
            <p:cNvPr id="1024" name="Graphic 1023" descr="Touchscreen outline">
              <a:extLst>
                <a:ext uri="{FF2B5EF4-FFF2-40B4-BE49-F238E27FC236}">
                  <a16:creationId xmlns:a16="http://schemas.microsoft.com/office/drawing/2014/main" id="{78B74227-050B-C508-14A7-BA450CF9E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679521" y="3075042"/>
              <a:ext cx="352541" cy="352541"/>
            </a:xfrm>
            <a:prstGeom prst="rect">
              <a:avLst/>
            </a:prstGeom>
          </p:spPr>
        </p:pic>
        <p:pic>
          <p:nvPicPr>
            <p:cNvPr id="1027" name="Graphic 1026" descr="Television with solid fill">
              <a:extLst>
                <a:ext uri="{FF2B5EF4-FFF2-40B4-BE49-F238E27FC236}">
                  <a16:creationId xmlns:a16="http://schemas.microsoft.com/office/drawing/2014/main" id="{3A84E76B-75F3-B99E-249F-22FA7CCE3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316792" y="2873461"/>
              <a:ext cx="755703" cy="75570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DE0DFA4-91DB-7575-F5B7-9036609A3090}"/>
              </a:ext>
            </a:extLst>
          </p:cNvPr>
          <p:cNvSpPr txBox="1"/>
          <p:nvPr/>
        </p:nvSpPr>
        <p:spPr>
          <a:xfrm>
            <a:off x="457200" y="400050"/>
            <a:ext cx="1135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Home Assistant Shopping list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641984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973FABD6-E767-5E34-D9BD-C7C46F199B42}"/>
              </a:ext>
            </a:extLst>
          </p:cNvPr>
          <p:cNvGrpSpPr/>
          <p:nvPr/>
        </p:nvGrpSpPr>
        <p:grpSpPr>
          <a:xfrm>
            <a:off x="147250" y="1402858"/>
            <a:ext cx="11925245" cy="5383778"/>
            <a:chOff x="147250" y="953278"/>
            <a:chExt cx="11925245" cy="538377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3B7200-B9BF-55FD-8D4F-8F1760C9F789}"/>
                </a:ext>
              </a:extLst>
            </p:cNvPr>
            <p:cNvSpPr/>
            <p:nvPr/>
          </p:nvSpPr>
          <p:spPr>
            <a:xfrm>
              <a:off x="4161350" y="1037454"/>
              <a:ext cx="1395965" cy="34707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ESP8266</a:t>
              </a:r>
              <a:endParaRPr lang="LID4096" sz="1400" dirty="0"/>
            </a:p>
          </p:txBody>
        </p:sp>
        <p:pic>
          <p:nvPicPr>
            <p:cNvPr id="19" name="Graphic 18" descr="Toggle with solid fill">
              <a:extLst>
                <a:ext uri="{FF2B5EF4-FFF2-40B4-BE49-F238E27FC236}">
                  <a16:creationId xmlns:a16="http://schemas.microsoft.com/office/drawing/2014/main" id="{D9848FAD-E699-F86A-EEEC-99091F128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250" y="3833553"/>
              <a:ext cx="755703" cy="755702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968730-0F25-0CCD-31B1-2453BD1C3EE5}"/>
                </a:ext>
              </a:extLst>
            </p:cNvPr>
            <p:cNvSpPr/>
            <p:nvPr/>
          </p:nvSpPr>
          <p:spPr>
            <a:xfrm>
              <a:off x="1579837" y="3914580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Buttons</a:t>
              </a:r>
              <a:endParaRPr lang="LID4096" sz="14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4726315-86C2-C76E-825C-D8247327796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79" y="4211404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A05CE4-BAAA-C13B-DE26-A8844891C5BB}"/>
                </a:ext>
              </a:extLst>
            </p:cNvPr>
            <p:cNvCxnSpPr>
              <a:cxnSpLocks/>
            </p:cNvCxnSpPr>
            <p:nvPr/>
          </p:nvCxnSpPr>
          <p:spPr>
            <a:xfrm>
              <a:off x="3109600" y="4211404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D48CBC-F6FC-76AD-8DE3-3F78C89D0E72}"/>
                </a:ext>
              </a:extLst>
            </p:cNvPr>
            <p:cNvSpPr txBox="1"/>
            <p:nvPr/>
          </p:nvSpPr>
          <p:spPr>
            <a:xfrm>
              <a:off x="3100128" y="3901350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TTL</a:t>
              </a:r>
              <a:endParaRPr lang="LID4096" sz="14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CD6849-1E9D-8553-45CF-3D1452DDBC6A}"/>
                </a:ext>
              </a:extLst>
            </p:cNvPr>
            <p:cNvSpPr/>
            <p:nvPr/>
          </p:nvSpPr>
          <p:spPr>
            <a:xfrm>
              <a:off x="6742863" y="1037454"/>
              <a:ext cx="1395965" cy="34707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Home Assistant</a:t>
              </a:r>
              <a:endParaRPr lang="LID4096" sz="1400" dirty="0"/>
            </a:p>
          </p:txBody>
        </p:sp>
        <p:pic>
          <p:nvPicPr>
            <p:cNvPr id="1026" name="Picture 2" descr="Instalacja Home Assistant na Raspberry pi z systemem Raspbian – BLOG ...">
              <a:extLst>
                <a:ext uri="{FF2B5EF4-FFF2-40B4-BE49-F238E27FC236}">
                  <a16:creationId xmlns:a16="http://schemas.microsoft.com/office/drawing/2014/main" id="{67E49D72-41A3-062D-EB46-987886B09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2335" y="1037454"/>
              <a:ext cx="765888" cy="765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26F4EC1-312A-91A0-6A06-C6CB10831B17}"/>
                </a:ext>
              </a:extLst>
            </p:cNvPr>
            <p:cNvCxnSpPr>
              <a:cxnSpLocks/>
            </p:cNvCxnSpPr>
            <p:nvPr/>
          </p:nvCxnSpPr>
          <p:spPr>
            <a:xfrm>
              <a:off x="5688820" y="2772841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63ED54F-BB5F-41D3-2D51-0FC67DF4E5B5}"/>
                </a:ext>
              </a:extLst>
            </p:cNvPr>
            <p:cNvSpPr txBox="1"/>
            <p:nvPr/>
          </p:nvSpPr>
          <p:spPr>
            <a:xfrm>
              <a:off x="5681641" y="239420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pPr algn="ctr"/>
              <a:r>
                <a:rPr lang="en-US" sz="1400" dirty="0"/>
                <a:t>ESPHOME </a:t>
              </a:r>
            </a:p>
            <a:p>
              <a:pPr algn="ctr"/>
              <a:r>
                <a:rPr lang="en-US" sz="1400" dirty="0"/>
                <a:t>API</a:t>
              </a:r>
              <a:endParaRPr lang="LID4096" sz="1400" dirty="0"/>
            </a:p>
          </p:txBody>
        </p:sp>
        <p:pic>
          <p:nvPicPr>
            <p:cNvPr id="4" name="Graphic 3" descr="Barcode with solid fill">
              <a:extLst>
                <a:ext uri="{FF2B5EF4-FFF2-40B4-BE49-F238E27FC236}">
                  <a16:creationId xmlns:a16="http://schemas.microsoft.com/office/drawing/2014/main" id="{E04AD8C3-A494-F8CB-594D-88E23356C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7250" y="953278"/>
              <a:ext cx="755703" cy="75570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4A7B3DA-3D6B-23F6-78AE-1B1392FE5108}"/>
                </a:ext>
              </a:extLst>
            </p:cNvPr>
            <p:cNvSpPr/>
            <p:nvPr/>
          </p:nvSpPr>
          <p:spPr>
            <a:xfrm>
              <a:off x="1579837" y="1034305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Barcode Scanner </a:t>
              </a:r>
              <a:endParaRPr lang="LID4096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6B394EE-22D2-8555-A284-CA7F61F415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79" y="1331129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C199175-19EE-BB47-4CA8-C00AD2570668}"/>
                </a:ext>
              </a:extLst>
            </p:cNvPr>
            <p:cNvCxnSpPr>
              <a:cxnSpLocks/>
            </p:cNvCxnSpPr>
            <p:nvPr/>
          </p:nvCxnSpPr>
          <p:spPr>
            <a:xfrm>
              <a:off x="3109600" y="1331129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A6D5280-8DDF-A190-14BE-137AD46F538E}"/>
                </a:ext>
              </a:extLst>
            </p:cNvPr>
            <p:cNvSpPr txBox="1"/>
            <p:nvPr/>
          </p:nvSpPr>
          <p:spPr>
            <a:xfrm>
              <a:off x="3100128" y="1021075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Serial TTL</a:t>
              </a:r>
              <a:endParaRPr lang="LID4096" sz="1400" dirty="0"/>
            </a:p>
          </p:txBody>
        </p:sp>
        <p:pic>
          <p:nvPicPr>
            <p:cNvPr id="43" name="Graphic 42" descr="Voice with solid fill">
              <a:extLst>
                <a:ext uri="{FF2B5EF4-FFF2-40B4-BE49-F238E27FC236}">
                  <a16:creationId xmlns:a16="http://schemas.microsoft.com/office/drawing/2014/main" id="{FEE97145-1E90-6ED1-FB03-AC37AC5A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316792" y="953278"/>
              <a:ext cx="755703" cy="755702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6E15167-A34B-B1E3-B48F-016F1199F296}"/>
                </a:ext>
              </a:extLst>
            </p:cNvPr>
            <p:cNvSpPr/>
            <p:nvPr/>
          </p:nvSpPr>
          <p:spPr>
            <a:xfrm>
              <a:off x="9231349" y="1034305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Voice Assistant</a:t>
              </a:r>
              <a:endParaRPr lang="LID4096" sz="14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BE904BB-5EF5-5667-9068-300C0DA193E6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270" y="1331129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6F32EA3-5FCE-132B-3B0A-55821451466E}"/>
                </a:ext>
              </a:extLst>
            </p:cNvPr>
            <p:cNvCxnSpPr>
              <a:cxnSpLocks/>
            </p:cNvCxnSpPr>
            <p:nvPr/>
          </p:nvCxnSpPr>
          <p:spPr>
            <a:xfrm>
              <a:off x="8246864" y="1331129"/>
              <a:ext cx="917952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903FC33-5639-2C7F-AA6E-9B3226F4BFB9}"/>
                </a:ext>
              </a:extLst>
            </p:cNvPr>
            <p:cNvSpPr txBox="1"/>
            <p:nvPr/>
          </p:nvSpPr>
          <p:spPr>
            <a:xfrm>
              <a:off x="8237392" y="1021075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TTS</a:t>
              </a:r>
              <a:endParaRPr lang="LID4096" sz="1400" dirty="0"/>
            </a:p>
          </p:txBody>
        </p:sp>
        <p:pic>
          <p:nvPicPr>
            <p:cNvPr id="10" name="Graphic 9" descr="Checklist with solid fill">
              <a:extLst>
                <a:ext uri="{FF2B5EF4-FFF2-40B4-BE49-F238E27FC236}">
                  <a16:creationId xmlns:a16="http://schemas.microsoft.com/office/drawing/2014/main" id="{D2255E5F-C455-D403-4925-7D3FD528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7250" y="1913370"/>
              <a:ext cx="755703" cy="75570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39C2C6-E5E2-E26C-B36D-EE6FB5F9DCD3}"/>
                </a:ext>
              </a:extLst>
            </p:cNvPr>
            <p:cNvSpPr/>
            <p:nvPr/>
          </p:nvSpPr>
          <p:spPr>
            <a:xfrm>
              <a:off x="1579837" y="1994397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Thermal Printer</a:t>
              </a:r>
              <a:endParaRPr lang="LID4096" sz="14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1152ECF-B3F9-56F8-DE57-86E7F3AB6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279" y="2291221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DBC7C7F-18B2-4A86-C903-56682993D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9600" y="2291221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F43B821-C8F9-6E8E-4DA1-B416177191F0}"/>
                </a:ext>
              </a:extLst>
            </p:cNvPr>
            <p:cNvSpPr txBox="1"/>
            <p:nvPr/>
          </p:nvSpPr>
          <p:spPr>
            <a:xfrm>
              <a:off x="3100128" y="198116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Serial TTL</a:t>
              </a:r>
              <a:endParaRPr lang="LID4096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B7AB77F-8748-7958-A251-DA73803C7E79}"/>
                </a:ext>
              </a:extLst>
            </p:cNvPr>
            <p:cNvSpPr/>
            <p:nvPr/>
          </p:nvSpPr>
          <p:spPr>
            <a:xfrm>
              <a:off x="9231349" y="1994397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Mobile Phone</a:t>
              </a:r>
              <a:endParaRPr lang="LID4096" sz="14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3939378-E014-3BDB-2E11-21ED2666E7EE}"/>
                </a:ext>
              </a:extLst>
            </p:cNvPr>
            <p:cNvCxnSpPr>
              <a:cxnSpLocks/>
            </p:cNvCxnSpPr>
            <p:nvPr/>
          </p:nvCxnSpPr>
          <p:spPr>
            <a:xfrm>
              <a:off x="10763270" y="2291221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706D272-27BA-DE5A-7EBE-E10011DD899D}"/>
                </a:ext>
              </a:extLst>
            </p:cNvPr>
            <p:cNvCxnSpPr>
              <a:cxnSpLocks/>
            </p:cNvCxnSpPr>
            <p:nvPr/>
          </p:nvCxnSpPr>
          <p:spPr>
            <a:xfrm>
              <a:off x="8246864" y="2291221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74CBD84-CF74-EA7C-7F50-B4634DC6E56E}"/>
                </a:ext>
              </a:extLst>
            </p:cNvPr>
            <p:cNvSpPr txBox="1"/>
            <p:nvPr/>
          </p:nvSpPr>
          <p:spPr>
            <a:xfrm>
              <a:off x="8237392" y="1981167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HA Client</a:t>
              </a:r>
              <a:endParaRPr lang="LID4096" sz="1400" dirty="0"/>
            </a:p>
          </p:txBody>
        </p:sp>
        <p:pic>
          <p:nvPicPr>
            <p:cNvPr id="55" name="Graphic 54" descr="Smart Phone with solid fill">
              <a:extLst>
                <a:ext uri="{FF2B5EF4-FFF2-40B4-BE49-F238E27FC236}">
                  <a16:creationId xmlns:a16="http://schemas.microsoft.com/office/drawing/2014/main" id="{816C62E5-2897-D739-867D-4F8BD69D8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16792" y="1913370"/>
              <a:ext cx="755703" cy="755702"/>
            </a:xfrm>
            <a:prstGeom prst="rect">
              <a:avLst/>
            </a:prstGeom>
          </p:spPr>
        </p:pic>
        <p:pic>
          <p:nvPicPr>
            <p:cNvPr id="15" name="Graphic 14" descr="Chat bubble with solid fill">
              <a:extLst>
                <a:ext uri="{FF2B5EF4-FFF2-40B4-BE49-F238E27FC236}">
                  <a16:creationId xmlns:a16="http://schemas.microsoft.com/office/drawing/2014/main" id="{C0AB8858-54F8-751B-4F9D-5311729DB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47250" y="2873461"/>
              <a:ext cx="755703" cy="75570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0EE31D-229C-724E-C45E-DEC3EC1ECAC4}"/>
                </a:ext>
              </a:extLst>
            </p:cNvPr>
            <p:cNvSpPr/>
            <p:nvPr/>
          </p:nvSpPr>
          <p:spPr>
            <a:xfrm>
              <a:off x="1579837" y="2954488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Display</a:t>
              </a:r>
              <a:endParaRPr lang="LID4096" sz="14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8BCD26-9679-3221-6698-DD91121813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279" y="3251312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71ECCA8-FA1A-1756-DDC0-52D4049C4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9600" y="3251312"/>
              <a:ext cx="9179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7F1123-4E3D-FCCF-3F8D-587BF204411F}"/>
                </a:ext>
              </a:extLst>
            </p:cNvPr>
            <p:cNvSpPr txBox="1"/>
            <p:nvPr/>
          </p:nvSpPr>
          <p:spPr>
            <a:xfrm>
              <a:off x="3100128" y="2941258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I2C</a:t>
              </a:r>
              <a:endParaRPr lang="LID4096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48D834-696B-08C3-C340-DEAA806FFFF5}"/>
                </a:ext>
              </a:extLst>
            </p:cNvPr>
            <p:cNvSpPr/>
            <p:nvPr/>
          </p:nvSpPr>
          <p:spPr>
            <a:xfrm>
              <a:off x="9280853" y="2954488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Touchscreen</a:t>
              </a:r>
              <a:endParaRPr lang="LID4096" sz="1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3B1B24F-09F3-EB7C-548D-1C0626848CF2}"/>
                </a:ext>
              </a:extLst>
            </p:cNvPr>
            <p:cNvCxnSpPr>
              <a:cxnSpLocks/>
            </p:cNvCxnSpPr>
            <p:nvPr/>
          </p:nvCxnSpPr>
          <p:spPr>
            <a:xfrm>
              <a:off x="10812774" y="3251312"/>
              <a:ext cx="42823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6F8CAAF-7B08-0C1A-6844-70131340E207}"/>
                </a:ext>
              </a:extLst>
            </p:cNvPr>
            <p:cNvCxnSpPr>
              <a:cxnSpLocks/>
            </p:cNvCxnSpPr>
            <p:nvPr/>
          </p:nvCxnSpPr>
          <p:spPr>
            <a:xfrm>
              <a:off x="8296368" y="3251312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663C1A5-C750-F666-4A96-5340742D8D82}"/>
                </a:ext>
              </a:extLst>
            </p:cNvPr>
            <p:cNvSpPr txBox="1"/>
            <p:nvPr/>
          </p:nvSpPr>
          <p:spPr>
            <a:xfrm>
              <a:off x="8286897" y="2941258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r>
                <a:rPr lang="en-US" sz="1400" dirty="0"/>
                <a:t>HA Client</a:t>
              </a:r>
              <a:endParaRPr lang="LID4096" sz="1400" dirty="0"/>
            </a:p>
          </p:txBody>
        </p:sp>
        <p:pic>
          <p:nvPicPr>
            <p:cNvPr id="1024" name="Graphic 1023" descr="Touchscreen outline">
              <a:extLst>
                <a:ext uri="{FF2B5EF4-FFF2-40B4-BE49-F238E27FC236}">
                  <a16:creationId xmlns:a16="http://schemas.microsoft.com/office/drawing/2014/main" id="{78B74227-050B-C508-14A7-BA450CF9E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679521" y="3075042"/>
              <a:ext cx="352541" cy="352541"/>
            </a:xfrm>
            <a:prstGeom prst="rect">
              <a:avLst/>
            </a:prstGeom>
          </p:spPr>
        </p:pic>
        <p:pic>
          <p:nvPicPr>
            <p:cNvPr id="1027" name="Graphic 1026" descr="Television with solid fill">
              <a:extLst>
                <a:ext uri="{FF2B5EF4-FFF2-40B4-BE49-F238E27FC236}">
                  <a16:creationId xmlns:a16="http://schemas.microsoft.com/office/drawing/2014/main" id="{3A84E76B-75F3-B99E-249F-22FA7CCE3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316792" y="2873461"/>
              <a:ext cx="755703" cy="755702"/>
            </a:xfrm>
            <a:prstGeom prst="rect">
              <a:avLst/>
            </a:prstGeom>
          </p:spPr>
        </p:pic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1AE5436D-75C4-C65C-9880-577885228436}"/>
                </a:ext>
              </a:extLst>
            </p:cNvPr>
            <p:cNvSpPr txBox="1"/>
            <p:nvPr/>
          </p:nvSpPr>
          <p:spPr>
            <a:xfrm rot="16200000">
              <a:off x="6704931" y="4992678"/>
              <a:ext cx="936896" cy="305233"/>
            </a:xfrm>
            <a:prstGeom prst="rect">
              <a:avLst/>
            </a:prstGeom>
            <a:noFill/>
          </p:spPr>
          <p:txBody>
            <a:bodyPr wrap="none" rtlCol="0" anchor="ctr" anchorCtr="1">
              <a:noAutofit/>
            </a:bodyPr>
            <a:lstStyle/>
            <a:p>
              <a:pPr algn="ctr"/>
              <a:r>
                <a:rPr lang="en-US" sz="1400" dirty="0"/>
                <a:t>Mealie</a:t>
              </a:r>
              <a:br>
                <a:rPr lang="en-US" sz="1400" dirty="0"/>
              </a:br>
              <a:r>
                <a:rPr lang="en-US" sz="1400" dirty="0"/>
                <a:t>Integration</a:t>
              </a:r>
              <a:endParaRPr lang="LID4096" sz="1400" dirty="0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D8719A5B-B138-5781-F761-3FAB928B3E87}"/>
                </a:ext>
              </a:extLst>
            </p:cNvPr>
            <p:cNvSpPr/>
            <p:nvPr/>
          </p:nvSpPr>
          <p:spPr>
            <a:xfrm>
              <a:off x="6742862" y="5743408"/>
              <a:ext cx="1395965" cy="593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Mealie</a:t>
              </a:r>
              <a:endParaRPr lang="LID4096" sz="1400" dirty="0"/>
            </a:p>
          </p:txBody>
        </p:sp>
        <p:cxnSp>
          <p:nvCxnSpPr>
            <p:cNvPr id="1034" name="Straight Arrow Connector 1033">
              <a:extLst>
                <a:ext uri="{FF2B5EF4-FFF2-40B4-BE49-F238E27FC236}">
                  <a16:creationId xmlns:a16="http://schemas.microsoft.com/office/drawing/2014/main" id="{04311BFA-B0AD-7237-24D2-AF32BD93C7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81869" y="5156312"/>
              <a:ext cx="91795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D3B339A-978D-D42F-1755-373997F7FF35}"/>
              </a:ext>
            </a:extLst>
          </p:cNvPr>
          <p:cNvSpPr txBox="1"/>
          <p:nvPr/>
        </p:nvSpPr>
        <p:spPr>
          <a:xfrm>
            <a:off x="457200" y="400050"/>
            <a:ext cx="1135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MEALIE Shopping list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309574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2D27118F-DBEA-DC83-FDEA-66D387A54F6E}"/>
              </a:ext>
            </a:extLst>
          </p:cNvPr>
          <p:cNvSpPr/>
          <p:nvPr/>
        </p:nvSpPr>
        <p:spPr>
          <a:xfrm flipH="1">
            <a:off x="2686068" y="336368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GPIO14</a:t>
            </a:r>
            <a:endParaRPr lang="LID4096" sz="1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6F3FC7D-A36E-3F93-4B1E-B329EB4BF899}"/>
              </a:ext>
            </a:extLst>
          </p:cNvPr>
          <p:cNvSpPr/>
          <p:nvPr/>
        </p:nvSpPr>
        <p:spPr>
          <a:xfrm flipH="1">
            <a:off x="2686068" y="368466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F78248-5C3B-5F0D-569D-524E20B3272F}"/>
              </a:ext>
            </a:extLst>
          </p:cNvPr>
          <p:cNvCxnSpPr>
            <a:cxnSpLocks/>
            <a:stCxn id="67" idx="1"/>
          </p:cNvCxnSpPr>
          <p:nvPr/>
        </p:nvCxnSpPr>
        <p:spPr>
          <a:xfrm>
            <a:off x="4041113" y="351063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519A71B-6163-3DB9-C4EC-E021B872F409}"/>
              </a:ext>
            </a:extLst>
          </p:cNvPr>
          <p:cNvCxnSpPr>
            <a:cxnSpLocks/>
            <a:stCxn id="68" idx="1"/>
          </p:cNvCxnSpPr>
          <p:nvPr/>
        </p:nvCxnSpPr>
        <p:spPr>
          <a:xfrm>
            <a:off x="4041113" y="383161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4028A7F-9ECC-980B-4AE4-D6DDC4F8975C}"/>
              </a:ext>
            </a:extLst>
          </p:cNvPr>
          <p:cNvCxnSpPr>
            <a:cxnSpLocks/>
          </p:cNvCxnSpPr>
          <p:nvPr/>
        </p:nvCxnSpPr>
        <p:spPr>
          <a:xfrm>
            <a:off x="4041113" y="415259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C86A9FB-69BA-856A-D900-C8C8AB76E3A8}"/>
              </a:ext>
            </a:extLst>
          </p:cNvPr>
          <p:cNvCxnSpPr>
            <a:cxnSpLocks/>
          </p:cNvCxnSpPr>
          <p:nvPr/>
        </p:nvCxnSpPr>
        <p:spPr>
          <a:xfrm>
            <a:off x="4041113" y="447357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5DEE0C84-7B18-04D9-9AF8-9219E5FE7680}"/>
              </a:ext>
            </a:extLst>
          </p:cNvPr>
          <p:cNvSpPr/>
          <p:nvPr/>
        </p:nvSpPr>
        <p:spPr>
          <a:xfrm flipH="1">
            <a:off x="2686068" y="5591178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B28EF18-CE56-4095-55BB-99BC9651E9A3}"/>
              </a:ext>
            </a:extLst>
          </p:cNvPr>
          <p:cNvSpPr/>
          <p:nvPr/>
        </p:nvSpPr>
        <p:spPr>
          <a:xfrm flipH="1">
            <a:off x="2686068" y="5912157"/>
            <a:ext cx="1355045" cy="293914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5V</a:t>
            </a:r>
            <a:endParaRPr lang="LID4096" sz="1600" b="1" dirty="0">
              <a:solidFill>
                <a:schemeClr val="tx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190B43-8163-AEEB-5818-9540A9D13A78}"/>
              </a:ext>
            </a:extLst>
          </p:cNvPr>
          <p:cNvCxnSpPr>
            <a:cxnSpLocks/>
          </p:cNvCxnSpPr>
          <p:nvPr/>
        </p:nvCxnSpPr>
        <p:spPr>
          <a:xfrm>
            <a:off x="4041113" y="509617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770D3B9-63CC-D846-DC95-B4B50164E4F5}"/>
              </a:ext>
            </a:extLst>
          </p:cNvPr>
          <p:cNvCxnSpPr>
            <a:cxnSpLocks/>
          </p:cNvCxnSpPr>
          <p:nvPr/>
        </p:nvCxnSpPr>
        <p:spPr>
          <a:xfrm>
            <a:off x="4041113" y="541715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7322331-3308-77A7-19B3-5478B108050D}"/>
              </a:ext>
            </a:extLst>
          </p:cNvPr>
          <p:cNvCxnSpPr>
            <a:cxnSpLocks/>
            <a:stCxn id="77" idx="1"/>
          </p:cNvCxnSpPr>
          <p:nvPr/>
        </p:nvCxnSpPr>
        <p:spPr>
          <a:xfrm>
            <a:off x="4041113" y="573813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81EBC15-F635-1E93-0882-C0088EBC4309}"/>
              </a:ext>
            </a:extLst>
          </p:cNvPr>
          <p:cNvCxnSpPr>
            <a:cxnSpLocks/>
            <a:stCxn id="78" idx="1"/>
          </p:cNvCxnSpPr>
          <p:nvPr/>
        </p:nvCxnSpPr>
        <p:spPr>
          <a:xfrm>
            <a:off x="4041113" y="605911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05F2665B-EFEE-BDAF-F7B0-357AE0E5F954}"/>
              </a:ext>
            </a:extLst>
          </p:cNvPr>
          <p:cNvSpPr/>
          <p:nvPr/>
        </p:nvSpPr>
        <p:spPr>
          <a:xfrm flipH="1">
            <a:off x="2241004" y="336368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Buzzer</a:t>
            </a:r>
            <a:endParaRPr lang="LID4096"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7CD4D6F-70EC-7FF0-8FEB-3E411245C0E2}"/>
              </a:ext>
            </a:extLst>
          </p:cNvPr>
          <p:cNvSpPr/>
          <p:nvPr/>
        </p:nvSpPr>
        <p:spPr>
          <a:xfrm flipH="1">
            <a:off x="2241004" y="494922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Power</a:t>
            </a:r>
            <a:endParaRPr lang="LID4096" sz="1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69546D-9666-4585-C763-2A0BF241EF15}"/>
              </a:ext>
            </a:extLst>
          </p:cNvPr>
          <p:cNvSpPr/>
          <p:nvPr/>
        </p:nvSpPr>
        <p:spPr>
          <a:xfrm rot="16200000">
            <a:off x="4144240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7BA862-D449-4870-253D-1E22E1C513C6}"/>
              </a:ext>
            </a:extLst>
          </p:cNvPr>
          <p:cNvSpPr/>
          <p:nvPr/>
        </p:nvSpPr>
        <p:spPr>
          <a:xfrm rot="16200000">
            <a:off x="4465218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GPIO01</a:t>
            </a:r>
            <a:endParaRPr lang="LID4096" sz="1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CD1D1EE-6F0B-8C65-44E0-D2255463A448}"/>
              </a:ext>
            </a:extLst>
          </p:cNvPr>
          <p:cNvSpPr/>
          <p:nvPr/>
        </p:nvSpPr>
        <p:spPr>
          <a:xfrm rot="16200000">
            <a:off x="4786196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3BED487-19B8-D19E-7483-EAD7EA683400}"/>
              </a:ext>
            </a:extLst>
          </p:cNvPr>
          <p:cNvSpPr/>
          <p:nvPr/>
        </p:nvSpPr>
        <p:spPr>
          <a:xfrm rot="16200000">
            <a:off x="5107175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GPIO00</a:t>
            </a:r>
            <a:endParaRPr lang="LID4096" sz="16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664304-32CB-481B-5AA0-A90CABE026CF}"/>
              </a:ext>
            </a:extLst>
          </p:cNvPr>
          <p:cNvCxnSpPr>
            <a:cxnSpLocks/>
            <a:stCxn id="48" idx="1"/>
          </p:cNvCxnSpPr>
          <p:nvPr/>
        </p:nvCxnSpPr>
        <p:spPr>
          <a:xfrm rot="16200000" flipH="1">
            <a:off x="4548206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0FCE69C-2D22-4FAF-4DBA-B856C48E2E3C}"/>
              </a:ext>
            </a:extLst>
          </p:cNvPr>
          <p:cNvCxnSpPr>
            <a:cxnSpLocks/>
            <a:stCxn id="49" idx="1"/>
          </p:cNvCxnSpPr>
          <p:nvPr/>
        </p:nvCxnSpPr>
        <p:spPr>
          <a:xfrm rot="16200000" flipH="1">
            <a:off x="4869184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3FDAF1-AF2D-C413-E893-66182136714B}"/>
              </a:ext>
            </a:extLst>
          </p:cNvPr>
          <p:cNvCxnSpPr>
            <a:cxnSpLocks/>
            <a:stCxn id="50" idx="1"/>
          </p:cNvCxnSpPr>
          <p:nvPr/>
        </p:nvCxnSpPr>
        <p:spPr>
          <a:xfrm rot="16200000" flipH="1">
            <a:off x="5190162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802F9DC-9ABC-A7FD-F68C-DA912598E9CB}"/>
              </a:ext>
            </a:extLst>
          </p:cNvPr>
          <p:cNvCxnSpPr>
            <a:cxnSpLocks/>
            <a:stCxn id="51" idx="1"/>
          </p:cNvCxnSpPr>
          <p:nvPr/>
        </p:nvCxnSpPr>
        <p:spPr>
          <a:xfrm rot="16200000" flipH="1">
            <a:off x="5511141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CCDE5C5-1A48-9449-ADD3-69CCAA3E8028}"/>
              </a:ext>
            </a:extLst>
          </p:cNvPr>
          <p:cNvSpPr/>
          <p:nvPr/>
        </p:nvSpPr>
        <p:spPr>
          <a:xfrm rot="16200000">
            <a:off x="5729780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4E08AD-2D46-9F18-5430-E47F04993352}"/>
              </a:ext>
            </a:extLst>
          </p:cNvPr>
          <p:cNvSpPr/>
          <p:nvPr/>
        </p:nvSpPr>
        <p:spPr>
          <a:xfrm rot="16200000">
            <a:off x="6050758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GPIO03</a:t>
            </a:r>
            <a:endParaRPr lang="LID4096" sz="1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51636A5-0A3E-D3D5-8C5E-2412B786D510}"/>
              </a:ext>
            </a:extLst>
          </p:cNvPr>
          <p:cNvSpPr/>
          <p:nvPr/>
        </p:nvSpPr>
        <p:spPr>
          <a:xfrm rot="16200000">
            <a:off x="6371736" y="1357761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CE008B7-0FFC-D05E-8F8B-0C1F848AF1AD}"/>
              </a:ext>
            </a:extLst>
          </p:cNvPr>
          <p:cNvSpPr/>
          <p:nvPr/>
        </p:nvSpPr>
        <p:spPr>
          <a:xfrm rot="16200000">
            <a:off x="6692715" y="1357761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GPIO16</a:t>
            </a:r>
            <a:endParaRPr lang="LID4096" sz="1600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7F87961-4312-F4EE-7624-82DB93B549DA}"/>
              </a:ext>
            </a:extLst>
          </p:cNvPr>
          <p:cNvCxnSpPr>
            <a:cxnSpLocks/>
            <a:stCxn id="56" idx="1"/>
          </p:cNvCxnSpPr>
          <p:nvPr/>
        </p:nvCxnSpPr>
        <p:spPr>
          <a:xfrm rot="16200000" flipH="1">
            <a:off x="6133746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2CA901-F000-0845-89EF-E8C8B1A598C5}"/>
              </a:ext>
            </a:extLst>
          </p:cNvPr>
          <p:cNvCxnSpPr>
            <a:cxnSpLocks/>
            <a:stCxn id="57" idx="1"/>
          </p:cNvCxnSpPr>
          <p:nvPr/>
        </p:nvCxnSpPr>
        <p:spPr>
          <a:xfrm rot="16200000" flipH="1">
            <a:off x="6454724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36CF9F8-F8C1-9490-D196-3D855135E8BB}"/>
              </a:ext>
            </a:extLst>
          </p:cNvPr>
          <p:cNvCxnSpPr>
            <a:cxnSpLocks/>
            <a:stCxn id="58" idx="1"/>
          </p:cNvCxnSpPr>
          <p:nvPr/>
        </p:nvCxnSpPr>
        <p:spPr>
          <a:xfrm rot="16200000" flipH="1">
            <a:off x="6775702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F1389ED-AF74-5B6C-A936-C6B6EBDC2BE1}"/>
              </a:ext>
            </a:extLst>
          </p:cNvPr>
          <p:cNvCxnSpPr>
            <a:cxnSpLocks/>
            <a:stCxn id="59" idx="1"/>
          </p:cNvCxnSpPr>
          <p:nvPr/>
        </p:nvCxnSpPr>
        <p:spPr>
          <a:xfrm rot="16200000" flipH="1">
            <a:off x="7096681" y="245579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B744F50-9D23-B2F5-F8F4-85FF50C733A8}"/>
              </a:ext>
            </a:extLst>
          </p:cNvPr>
          <p:cNvSpPr/>
          <p:nvPr/>
        </p:nvSpPr>
        <p:spPr>
          <a:xfrm rot="16200000">
            <a:off x="5107288" y="-50351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dirty="0"/>
              <a:t>Button Left</a:t>
            </a:r>
            <a:endParaRPr lang="LID4096" sz="1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F33594-41E2-5C0F-5ABF-05157205D000}"/>
              </a:ext>
            </a:extLst>
          </p:cNvPr>
          <p:cNvSpPr/>
          <p:nvPr/>
        </p:nvSpPr>
        <p:spPr>
          <a:xfrm rot="16200000">
            <a:off x="6692828" y="-50351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dirty="0"/>
              <a:t>Button Right</a:t>
            </a:r>
            <a:endParaRPr lang="LID4096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A2196-3A7A-938B-57ED-D542B71C01CC}"/>
              </a:ext>
            </a:extLst>
          </p:cNvPr>
          <p:cNvSpPr/>
          <p:nvPr/>
        </p:nvSpPr>
        <p:spPr>
          <a:xfrm>
            <a:off x="8299113" y="336368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GPIO04</a:t>
            </a:r>
            <a:endParaRPr lang="LID4096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5E01A-ADFF-360F-DD68-CF778D580B34}"/>
              </a:ext>
            </a:extLst>
          </p:cNvPr>
          <p:cNvSpPr/>
          <p:nvPr/>
        </p:nvSpPr>
        <p:spPr>
          <a:xfrm>
            <a:off x="8299113" y="368466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GPIO05</a:t>
            </a:r>
            <a:endParaRPr lang="LID4096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378FE-C738-44BE-5BA3-D186E63D9F3D}"/>
              </a:ext>
            </a:extLst>
          </p:cNvPr>
          <p:cNvSpPr/>
          <p:nvPr/>
        </p:nvSpPr>
        <p:spPr>
          <a:xfrm>
            <a:off x="8299113" y="4005638"/>
            <a:ext cx="1355045" cy="2939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3v3</a:t>
            </a:r>
            <a:endParaRPr lang="LID4096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A816A-366C-91FF-6B98-F8C3CA85E050}"/>
              </a:ext>
            </a:extLst>
          </p:cNvPr>
          <p:cNvSpPr/>
          <p:nvPr/>
        </p:nvSpPr>
        <p:spPr>
          <a:xfrm>
            <a:off x="8299113" y="4326617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Gnd</a:t>
            </a:r>
            <a:endParaRPr lang="LID4096" sz="1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60EF08-7926-4054-20C2-278DDEBD9F5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7752000" y="351063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1856CC-5405-E434-A4B4-85F223EF5E3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752000" y="383161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681C9A-CBD9-41FC-61C7-E41FB6EF084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7752000" y="415259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062187-5EDC-1E15-2148-09747A4BA71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752000" y="447357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173B7-7166-B5A5-875B-A642D70C0241}"/>
              </a:ext>
            </a:extLst>
          </p:cNvPr>
          <p:cNvSpPr/>
          <p:nvPr/>
        </p:nvSpPr>
        <p:spPr>
          <a:xfrm>
            <a:off x="8299113" y="4949222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GPIO13</a:t>
            </a:r>
            <a:endParaRPr lang="LID4096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5FC61D-B790-3211-DC9A-0FBAB6EEFC6C}"/>
              </a:ext>
            </a:extLst>
          </p:cNvPr>
          <p:cNvSpPr/>
          <p:nvPr/>
        </p:nvSpPr>
        <p:spPr>
          <a:xfrm>
            <a:off x="8299113" y="5270200"/>
            <a:ext cx="1355045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GPIO15</a:t>
            </a:r>
            <a:endParaRPr lang="LID4096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96720-35DF-3698-7DC0-5BF4B8C91AEA}"/>
              </a:ext>
            </a:extLst>
          </p:cNvPr>
          <p:cNvSpPr/>
          <p:nvPr/>
        </p:nvSpPr>
        <p:spPr>
          <a:xfrm>
            <a:off x="8299113" y="5591178"/>
            <a:ext cx="1355045" cy="2939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Gnd</a:t>
            </a:r>
            <a:endParaRPr lang="LID4096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BCE799-7102-AAC9-1817-42912DB7B783}"/>
              </a:ext>
            </a:extLst>
          </p:cNvPr>
          <p:cNvSpPr/>
          <p:nvPr/>
        </p:nvSpPr>
        <p:spPr>
          <a:xfrm>
            <a:off x="8299113" y="5912157"/>
            <a:ext cx="1355045" cy="29391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3v3</a:t>
            </a:r>
            <a:endParaRPr lang="LID4096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A481D3-5A4B-B190-4CFC-293F34E95944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52000" y="5096179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ECF961-BA46-3ED0-674F-C05B3CFA1B1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752000" y="5417157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2D7A54-BB4B-156C-A12B-CDF8673697F0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752000" y="5738135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1CD292-DE3B-9C97-0867-C8F30672C76C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7752000" y="6059114"/>
            <a:ext cx="5471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ircuit board with blue and silver connectors&#10;&#10;AI-generated content may be incorrect.">
            <a:extLst>
              <a:ext uri="{FF2B5EF4-FFF2-40B4-BE49-F238E27FC236}">
                <a16:creationId xmlns:a16="http://schemas.microsoft.com/office/drawing/2014/main" id="{B8D882F0-8CA0-676B-05F6-A1D9E6DE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7" t="14535" r="16789" b="21073"/>
          <a:stretch/>
        </p:blipFill>
        <p:spPr>
          <a:xfrm rot="5400000">
            <a:off x="3990000" y="2964531"/>
            <a:ext cx="4212000" cy="3312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501346C-C4D2-1AB8-7F6E-73969EE9987B}"/>
              </a:ext>
            </a:extLst>
          </p:cNvPr>
          <p:cNvSpPr/>
          <p:nvPr/>
        </p:nvSpPr>
        <p:spPr>
          <a:xfrm>
            <a:off x="9707337" y="336368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I2C Display</a:t>
            </a:r>
            <a:endParaRPr lang="LID4096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DF7629-0001-6DCC-C0D4-DE0B22A84001}"/>
              </a:ext>
            </a:extLst>
          </p:cNvPr>
          <p:cNvSpPr/>
          <p:nvPr/>
        </p:nvSpPr>
        <p:spPr>
          <a:xfrm>
            <a:off x="9707337" y="4949222"/>
            <a:ext cx="391885" cy="1256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600" dirty="0"/>
              <a:t>Scanner</a:t>
            </a:r>
            <a:endParaRPr lang="LID4096" sz="1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C724854-1A90-B3F6-81F0-E4ADA19283F9}"/>
              </a:ext>
            </a:extLst>
          </p:cNvPr>
          <p:cNvSpPr/>
          <p:nvPr/>
        </p:nvSpPr>
        <p:spPr>
          <a:xfrm>
            <a:off x="6260345" y="126880"/>
            <a:ext cx="614893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</a:t>
            </a:r>
            <a:endParaRPr lang="LID4096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2070D9B-6F06-CD51-A1DF-CBA49EC4313B}"/>
              </a:ext>
            </a:extLst>
          </p:cNvPr>
          <p:cNvSpPr/>
          <p:nvPr/>
        </p:nvSpPr>
        <p:spPr>
          <a:xfrm>
            <a:off x="10152401" y="3363682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sda</a:t>
            </a:r>
            <a:endParaRPr lang="LID4096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084F783-8FAB-2466-1CB1-B8397E7C801A}"/>
              </a:ext>
            </a:extLst>
          </p:cNvPr>
          <p:cNvSpPr/>
          <p:nvPr/>
        </p:nvSpPr>
        <p:spPr>
          <a:xfrm>
            <a:off x="4677060" y="126880"/>
            <a:ext cx="614893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</a:t>
            </a:r>
            <a:endParaRPr lang="LID4096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9D9CFD-4FE2-5299-6686-0136239E3B4A}"/>
              </a:ext>
            </a:extLst>
          </p:cNvPr>
          <p:cNvSpPr/>
          <p:nvPr/>
        </p:nvSpPr>
        <p:spPr>
          <a:xfrm>
            <a:off x="5319017" y="126880"/>
            <a:ext cx="614894" cy="221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  <a:endParaRPr lang="LID4096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69FCF02-EA31-2668-FE02-8C1A18CE76AC}"/>
              </a:ext>
            </a:extLst>
          </p:cNvPr>
          <p:cNvSpPr/>
          <p:nvPr/>
        </p:nvSpPr>
        <p:spPr>
          <a:xfrm>
            <a:off x="10152401" y="3706352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scl</a:t>
            </a:r>
            <a:endParaRPr lang="LID4096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B4316E-1F80-9D41-2F48-D2A8790C9C1F}"/>
              </a:ext>
            </a:extLst>
          </p:cNvPr>
          <p:cNvSpPr/>
          <p:nvPr/>
        </p:nvSpPr>
        <p:spPr>
          <a:xfrm>
            <a:off x="10152401" y="4962525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Rx</a:t>
            </a:r>
            <a:endParaRPr lang="LID4096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37EB631-F636-E94C-B730-741D0D411C43}"/>
              </a:ext>
            </a:extLst>
          </p:cNvPr>
          <p:cNvSpPr/>
          <p:nvPr/>
        </p:nvSpPr>
        <p:spPr>
          <a:xfrm>
            <a:off x="10152401" y="5305195"/>
            <a:ext cx="614894" cy="293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15FF56-14CC-00DC-2DDD-F2107F1F4B66}"/>
              </a:ext>
            </a:extLst>
          </p:cNvPr>
          <p:cNvSpPr txBox="1"/>
          <p:nvPr/>
        </p:nvSpPr>
        <p:spPr>
          <a:xfrm>
            <a:off x="457200" y="400050"/>
            <a:ext cx="2508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GM60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387522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2E93C2-53C6-93A7-4DD9-669E34A91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190597"/>
              </p:ext>
            </p:extLst>
          </p:nvPr>
        </p:nvGraphicFramePr>
        <p:xfrm>
          <a:off x="1009650" y="682056"/>
          <a:ext cx="10754566" cy="6118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354026851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664324052"/>
                    </a:ext>
                  </a:extLst>
                </a:gridCol>
                <a:gridCol w="776855">
                  <a:extLst>
                    <a:ext uri="{9D8B030D-6E8A-4147-A177-3AD203B41FA5}">
                      <a16:colId xmlns:a16="http://schemas.microsoft.com/office/drawing/2014/main" val="3581175246"/>
                    </a:ext>
                  </a:extLst>
                </a:gridCol>
                <a:gridCol w="388428">
                  <a:extLst>
                    <a:ext uri="{9D8B030D-6E8A-4147-A177-3AD203B41FA5}">
                      <a16:colId xmlns:a16="http://schemas.microsoft.com/office/drawing/2014/main" val="2698953645"/>
                    </a:ext>
                  </a:extLst>
                </a:gridCol>
                <a:gridCol w="388428">
                  <a:extLst>
                    <a:ext uri="{9D8B030D-6E8A-4147-A177-3AD203B41FA5}">
                      <a16:colId xmlns:a16="http://schemas.microsoft.com/office/drawing/2014/main" val="1611385458"/>
                    </a:ext>
                  </a:extLst>
                </a:gridCol>
                <a:gridCol w="776855">
                  <a:extLst>
                    <a:ext uri="{9D8B030D-6E8A-4147-A177-3AD203B41FA5}">
                      <a16:colId xmlns:a16="http://schemas.microsoft.com/office/drawing/2014/main" val="83922239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570924167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143794304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TOUT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GPIO16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 – LED  - ROOD</a:t>
                      </a:r>
                      <a:endParaRPr lang="en-NL" sz="1800" dirty="0">
                        <a:effectLst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7514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LEDs &amp; BUTTONS - GND</a:t>
                      </a: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sz="1800" dirty="0">
                        <a:solidFill>
                          <a:schemeClr val="bg1"/>
                        </a:solidFill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GPIO05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DISPLAY – SCL –  GROEN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95148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Vout</a:t>
                      </a:r>
                      <a:r>
                        <a:rPr lang="en-US" sz="1800" dirty="0"/>
                        <a:t> USB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GPIO04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DISPLAY – SDA – BLAUW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3736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GPIO10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ESP8266</a:t>
                      </a:r>
                      <a:endParaRPr lang="LID4096" sz="1800" b="1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GPIO00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BUTTON – LED  - ROOD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47858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GPIO09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GPIO02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NL" sz="1800" dirty="0">
                        <a:effectLst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92334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GPIO08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3v3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DISPLAY – 3V3 –ROOD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64115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GPIO11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sz="1800" dirty="0">
                        <a:solidFill>
                          <a:schemeClr val="bg1"/>
                        </a:solidFill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DISPLAY – GND – ZWART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07863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GPIO07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GPIO14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BEEPER – ROOD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113408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GPIO06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GPIO12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464499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ZWART – BEEPER</a:t>
                      </a: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sz="1800" dirty="0">
                        <a:solidFill>
                          <a:schemeClr val="bg1"/>
                        </a:solidFill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GPIO13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SCANNER – RX -  GEEL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9254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3v3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GPIO15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SCANNER – TX -  GROEN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345878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GPIO03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BUTTON – SWITCH – GROEN</a:t>
                      </a:r>
                      <a:endParaRPr lang="en-NL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5712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RST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GPIO01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BUTTON – SWITCH – GROEN</a:t>
                      </a: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69590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VOEDING – GND</a:t>
                      </a: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sz="1800" dirty="0">
                        <a:solidFill>
                          <a:schemeClr val="bg1"/>
                        </a:solidFill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sz="1800" dirty="0">
                        <a:solidFill>
                          <a:schemeClr val="bg1"/>
                        </a:solidFill>
                      </a:endParaRPr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SCANNER – ZWART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3591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VOEDING – 5v</a:t>
                      </a:r>
                      <a:endParaRPr lang="LID4096" sz="1800" dirty="0"/>
                    </a:p>
                  </a:txBody>
                  <a:tcPr marT="50292" marB="50292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Vin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800" b="1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USB</a:t>
                      </a:r>
                      <a:endParaRPr lang="LID4096" sz="1800" b="1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sz="1800" b="1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3v3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SCANNER – ROOD</a:t>
                      </a:r>
                      <a:endParaRPr lang="LID4096" sz="1800" dirty="0"/>
                    </a:p>
                  </a:txBody>
                  <a:tcPr marT="50292" marB="5029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269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CA3B5F-74AF-1E58-C4EA-5384806D7E72}"/>
              </a:ext>
            </a:extLst>
          </p:cNvPr>
          <p:cNvSpPr txBox="1"/>
          <p:nvPr/>
        </p:nvSpPr>
        <p:spPr>
          <a:xfrm>
            <a:off x="457200" y="400050"/>
            <a:ext cx="2508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GM60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242007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2E93C2-53C6-93A7-4DD9-669E34A91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095732"/>
              </p:ext>
            </p:extLst>
          </p:nvPr>
        </p:nvGraphicFramePr>
        <p:xfrm>
          <a:off x="1009650" y="960186"/>
          <a:ext cx="10754566" cy="556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0000">
                  <a:extLst>
                    <a:ext uri="{9D8B030D-6E8A-4147-A177-3AD203B41FA5}">
                      <a16:colId xmlns:a16="http://schemas.microsoft.com/office/drawing/2014/main" val="354026851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664324052"/>
                    </a:ext>
                  </a:extLst>
                </a:gridCol>
                <a:gridCol w="776855">
                  <a:extLst>
                    <a:ext uri="{9D8B030D-6E8A-4147-A177-3AD203B41FA5}">
                      <a16:colId xmlns:a16="http://schemas.microsoft.com/office/drawing/2014/main" val="3581175246"/>
                    </a:ext>
                  </a:extLst>
                </a:gridCol>
                <a:gridCol w="388428">
                  <a:extLst>
                    <a:ext uri="{9D8B030D-6E8A-4147-A177-3AD203B41FA5}">
                      <a16:colId xmlns:a16="http://schemas.microsoft.com/office/drawing/2014/main" val="2698953645"/>
                    </a:ext>
                  </a:extLst>
                </a:gridCol>
                <a:gridCol w="388428">
                  <a:extLst>
                    <a:ext uri="{9D8B030D-6E8A-4147-A177-3AD203B41FA5}">
                      <a16:colId xmlns:a16="http://schemas.microsoft.com/office/drawing/2014/main" val="1611385458"/>
                    </a:ext>
                  </a:extLst>
                </a:gridCol>
                <a:gridCol w="776855">
                  <a:extLst>
                    <a:ext uri="{9D8B030D-6E8A-4147-A177-3AD203B41FA5}">
                      <a16:colId xmlns:a16="http://schemas.microsoft.com/office/drawing/2014/main" val="83922239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570924167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143794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TOUT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GPIO16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67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SCANNER – GND – GROEN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GPIO05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DISPLAY – SCL –  BLAUW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39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SCANNER – 5V – ROOD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Vout</a:t>
                      </a:r>
                      <a:r>
                        <a:rPr lang="en-US" dirty="0"/>
                        <a:t> USB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GPIO04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DISPLAY – SDA – GROEN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37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Flash Data 3 pin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GPIO10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ESP8266</a:t>
                      </a:r>
                      <a:endParaRPr lang="LID4096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GPIO00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BUTTON – SWITCH  - GROEN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34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Flash Data 2 pin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GPIO09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GPIO02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BUTTON – SWITCH – GROEN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92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Flash Data 1 pin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GPIO08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3v3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64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Flash CMD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GPIO11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PRINTER – GND – ZWART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07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Flash Data 0 pin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GPIO07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GPIO14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PRINTER – RX – GROEN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11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Flash CLK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GPIO06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GPIO12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PRINTER -  TX – GEEL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46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Common LED’s / Buttons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GPIO13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BUTTON – LED  - ROOD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92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3v3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GPIO15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BUTTON – LED  - ROOD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34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GPIO03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SCANNER – TX – ZWART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5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RST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GPIO01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SCANNER – RX – GEEL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69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VOEDING – GND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GND</a:t>
                      </a:r>
                      <a:endParaRPr lang="LID4096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– GND – ZWART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3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VOEDING – 5v</a:t>
                      </a:r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Vin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USB</a:t>
                      </a:r>
                      <a:endParaRPr lang="LID4096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3v3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DISPLAY – 3v3 - ROOD</a:t>
                      </a:r>
                      <a:endParaRPr lang="LID4096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269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CA3B5F-74AF-1E58-C4EA-5384806D7E72}"/>
              </a:ext>
            </a:extLst>
          </p:cNvPr>
          <p:cNvSpPr txBox="1"/>
          <p:nvPr/>
        </p:nvSpPr>
        <p:spPr>
          <a:xfrm>
            <a:off x="457200" y="400050"/>
            <a:ext cx="2508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GM67</a:t>
            </a:r>
            <a:endParaRPr lang="LID4096" sz="4000" b="1" dirty="0"/>
          </a:p>
        </p:txBody>
      </p:sp>
    </p:spTree>
    <p:extLst>
      <p:ext uri="{BB962C8B-B14F-4D97-AF65-F5344CB8AC3E}">
        <p14:creationId xmlns:p14="http://schemas.microsoft.com/office/powerpoint/2010/main" val="3519153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348</Words>
  <Application>Microsoft Office PowerPoint</Application>
  <PresentationFormat>Widescreen</PresentationFormat>
  <Paragraphs>181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Francois van Hemert</dc:creator>
  <cp:lastModifiedBy>Francois van Hemert</cp:lastModifiedBy>
  <cp:revision>11</cp:revision>
  <cp:lastPrinted>2025-03-05T09:37:44Z</cp:lastPrinted>
  <dcterms:created xsi:type="dcterms:W3CDTF">2025-02-13T15:24:32Z</dcterms:created>
  <dcterms:modified xsi:type="dcterms:W3CDTF">2025-03-18T09:48:09Z</dcterms:modified>
</cp:coreProperties>
</file>